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60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51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051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24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8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97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774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17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54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5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67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6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Revenue Leakage &amp; Financial Risk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Capstone Project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&amp; Finance Intelligence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financial analytics solution to identify, measure, and prevent revenue leakage caused by payment delays, partial collections, SLA penalties, and billing inefficiencies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Identify revenue leakage sources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Monitor outstanding receivables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Track SLA penalties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Improve cash flow visibility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Support CFO-level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Finance Managers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Accounts Receivable Team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Business Heads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CFO / Leadership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Audit &amp; Compliance Teams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Total Billed Amount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Total Collected Amount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Outstanding Amount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Revenue Leakage %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Average Days Delayed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SLA Penalty Amount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High-Risk Invoice 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1: Financial Overview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2: Revenue Leakage Analysis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3: Customer Risk Profiling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4: Delay &amp; SLA Trends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5: Insights &amp;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Reduced revenue leakage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Improved collections efficiency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Lower SLA penalties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Better financial forecasting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Strong financial governance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 (Invoices, Payments)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Data Cleaning (Python / SQL)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Power BI Data Model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KPI &amp; DAX Layer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Interactive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enables proactive financial control by identifying revenue risks early and supporting data-driven actions to improve cash flow and reduce penalties.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1186543"/>
            <a:ext cx="4091410" cy="4386944"/>
          </a:xfrm>
        </p:spPr>
        <p:txBody>
          <a:bodyPr>
            <a:normAutofit fontScale="92500"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Integration with live ERP / Accounting systems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Automated alerts for high-risk invoices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Predictive analytics for payment delays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AI-based customer risk scoring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Role-based access control (RLS)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Mobile-optimized Power BI reports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Automated penalty prevention rules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3960F"/>
      </a:accent1>
      <a:accent2>
        <a:srgbClr val="E04116"/>
      </a:accent2>
      <a:accent3>
        <a:srgbClr val="9D4DE7"/>
      </a:accent3>
      <a:accent4>
        <a:srgbClr val="449EF3"/>
      </a:accent4>
      <a:accent5>
        <a:srgbClr val="39C6BE"/>
      </a:accent5>
      <a:accent6>
        <a:srgbClr val="88C933"/>
      </a:accent6>
      <a:hlink>
        <a:srgbClr val="EBB41F"/>
      </a:hlink>
      <a:folHlink>
        <a:srgbClr val="E1D676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29B3952A-A5A2-4E72-A5C9-A88B41734E0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5</TotalTime>
  <Words>272</Words>
  <Application>Microsoft Office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 Light</vt:lpstr>
      <vt:lpstr>Rockwell</vt:lpstr>
      <vt:lpstr>Times New Roman</vt:lpstr>
      <vt:lpstr>Wingdings</vt:lpstr>
      <vt:lpstr>Atlas</vt:lpstr>
      <vt:lpstr>Revenue Leakage &amp; Financial Risk Analytics</vt:lpstr>
      <vt:lpstr>Project Overview</vt:lpstr>
      <vt:lpstr>Business Objectives</vt:lpstr>
      <vt:lpstr>Key Stakeholders</vt:lpstr>
      <vt:lpstr>Key KPIs</vt:lpstr>
      <vt:lpstr>Dashboard Pages</vt:lpstr>
      <vt:lpstr>Expected Business Outcomes</vt:lpstr>
      <vt:lpstr>System Architecture</vt:lpstr>
      <vt:lpstr>Conclusion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Suvithra J</cp:lastModifiedBy>
  <cp:revision>2</cp:revision>
  <dcterms:created xsi:type="dcterms:W3CDTF">2013-01-27T09:14:16Z</dcterms:created>
  <dcterms:modified xsi:type="dcterms:W3CDTF">2026-01-05T10:03:09Z</dcterms:modified>
  <cp:category/>
</cp:coreProperties>
</file>